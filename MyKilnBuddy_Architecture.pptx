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75EDB-58EB-4253-B9F3-C87677434C79}" v="15" dt="2026-03-31T13:37:24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99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uchti" userId="905d7abe9b363a44" providerId="LiveId" clId="{45D224F6-8253-4FC3-8DB7-F8304B39BDBA}"/>
    <pc:docChg chg="undo custSel delSld modSld">
      <pc:chgData name="Martin Ruchti" userId="905d7abe9b363a44" providerId="LiveId" clId="{45D224F6-8253-4FC3-8DB7-F8304B39BDBA}" dt="2026-03-31T13:38:00.019" v="377" actId="1076"/>
      <pc:docMkLst>
        <pc:docMk/>
      </pc:docMkLst>
      <pc:sldChg chg="addSp delSp modSp mod">
        <pc:chgData name="Martin Ruchti" userId="905d7abe9b363a44" providerId="LiveId" clId="{45D224F6-8253-4FC3-8DB7-F8304B39BDBA}" dt="2026-03-31T13:33:25.337" v="97" actId="478"/>
        <pc:sldMkLst>
          <pc:docMk/>
          <pc:sldMk cId="2449089741" sldId="257"/>
        </pc:sldMkLst>
        <pc:spChg chg="mod">
          <ac:chgData name="Martin Ruchti" userId="905d7abe9b363a44" providerId="LiveId" clId="{45D224F6-8253-4FC3-8DB7-F8304B39BDBA}" dt="2026-03-31T13:32:32.353" v="82" actId="20577"/>
          <ac:spMkLst>
            <pc:docMk/>
            <pc:sldMk cId="2449089741" sldId="257"/>
            <ac:spMk id="7" creationId="{DDBF933A-ACF5-D976-3130-57B85C5E473C}"/>
          </ac:spMkLst>
        </pc:spChg>
        <pc:spChg chg="add mod ord">
          <ac:chgData name="Martin Ruchti" userId="905d7abe9b363a44" providerId="LiveId" clId="{45D224F6-8253-4FC3-8DB7-F8304B39BDBA}" dt="2026-03-31T13:33:08.605" v="93" actId="166"/>
          <ac:spMkLst>
            <pc:docMk/>
            <pc:sldMk cId="2449089741" sldId="257"/>
            <ac:spMk id="18" creationId="{C1D6C9C1-C2F8-F423-A671-FF7102DD8F16}"/>
          </ac:spMkLst>
        </pc:spChg>
        <pc:spChg chg="mod ord">
          <ac:chgData name="Martin Ruchti" userId="905d7abe9b363a44" providerId="LiveId" clId="{45D224F6-8253-4FC3-8DB7-F8304B39BDBA}" dt="2026-03-31T13:33:15.568" v="96" actId="166"/>
          <ac:spMkLst>
            <pc:docMk/>
            <pc:sldMk cId="2449089741" sldId="257"/>
            <ac:spMk id="32" creationId="{A58B2F4F-E403-1463-2770-5117C2CCB9AD}"/>
          </ac:spMkLst>
        </pc:spChg>
        <pc:spChg chg="del">
          <ac:chgData name="Martin Ruchti" userId="905d7abe9b363a44" providerId="LiveId" clId="{45D224F6-8253-4FC3-8DB7-F8304B39BDBA}" dt="2026-03-31T13:32:07.185" v="54" actId="478"/>
          <ac:spMkLst>
            <pc:docMk/>
            <pc:sldMk cId="2449089741" sldId="257"/>
            <ac:spMk id="33" creationId="{EFC09842-EC5E-BFAD-A0F0-196EAA83A176}"/>
          </ac:spMkLst>
        </pc:spChg>
        <pc:spChg chg="del">
          <ac:chgData name="Martin Ruchti" userId="905d7abe9b363a44" providerId="LiveId" clId="{45D224F6-8253-4FC3-8DB7-F8304B39BDBA}" dt="2026-03-31T13:32:21.945" v="70" actId="478"/>
          <ac:spMkLst>
            <pc:docMk/>
            <pc:sldMk cId="2449089741" sldId="257"/>
            <ac:spMk id="35" creationId="{1D67D9DE-7934-A293-421D-A22EDDAFA57C}"/>
          </ac:spMkLst>
        </pc:spChg>
        <pc:spChg chg="del">
          <ac:chgData name="Martin Ruchti" userId="905d7abe9b363a44" providerId="LiveId" clId="{45D224F6-8253-4FC3-8DB7-F8304B39BDBA}" dt="2026-03-31T13:32:25.418" v="72" actId="478"/>
          <ac:spMkLst>
            <pc:docMk/>
            <pc:sldMk cId="2449089741" sldId="257"/>
            <ac:spMk id="40" creationId="{E78742E9-20BF-BA48-F05A-BF0BB6770B31}"/>
          </ac:spMkLst>
        </pc:spChg>
        <pc:spChg chg="del">
          <ac:chgData name="Martin Ruchti" userId="905d7abe9b363a44" providerId="LiveId" clId="{45D224F6-8253-4FC3-8DB7-F8304B39BDBA}" dt="2026-03-31T13:33:25.337" v="97" actId="478"/>
          <ac:spMkLst>
            <pc:docMk/>
            <pc:sldMk cId="2449089741" sldId="257"/>
            <ac:spMk id="42" creationId="{EFEEA0F9-CDD0-5E07-1C7F-AE34EDCB0323}"/>
          </ac:spMkLst>
        </pc:spChg>
        <pc:picChg chg="del">
          <ac:chgData name="Martin Ruchti" userId="905d7abe9b363a44" providerId="LiveId" clId="{45D224F6-8253-4FC3-8DB7-F8304B39BDBA}" dt="2026-03-31T13:32:22.717" v="71" actId="478"/>
          <ac:picMkLst>
            <pc:docMk/>
            <pc:sldMk cId="2449089741" sldId="257"/>
            <ac:picMk id="44" creationId="{E2B7B65D-D442-B535-80A7-C731F15B9C8D}"/>
          </ac:picMkLst>
        </pc:picChg>
        <pc:cxnChg chg="add mod">
          <ac:chgData name="Martin Ruchti" userId="905d7abe9b363a44" providerId="LiveId" clId="{45D224F6-8253-4FC3-8DB7-F8304B39BDBA}" dt="2026-03-31T13:31:11.517" v="5" actId="14100"/>
          <ac:cxnSpMkLst>
            <pc:docMk/>
            <pc:sldMk cId="2449089741" sldId="257"/>
            <ac:cxnSpMk id="11" creationId="{76310114-1796-1878-5AC5-37A1BC37F975}"/>
          </ac:cxnSpMkLst>
        </pc:cxnChg>
        <pc:cxnChg chg="del mod">
          <ac:chgData name="Martin Ruchti" userId="905d7abe9b363a44" providerId="LiveId" clId="{45D224F6-8253-4FC3-8DB7-F8304B39BDBA}" dt="2026-03-31T13:30:59.617" v="0" actId="478"/>
          <ac:cxnSpMkLst>
            <pc:docMk/>
            <pc:sldMk cId="2449089741" sldId="257"/>
            <ac:cxnSpMk id="12" creationId="{712D4005-7D82-5527-7484-D5DBBD87737E}"/>
          </ac:cxnSpMkLst>
        </pc:cxnChg>
        <pc:cxnChg chg="del mod">
          <ac:chgData name="Martin Ruchti" userId="905d7abe9b363a44" providerId="LiveId" clId="{45D224F6-8253-4FC3-8DB7-F8304B39BDBA}" dt="2026-03-31T13:32:39.961" v="84" actId="478"/>
          <ac:cxnSpMkLst>
            <pc:docMk/>
            <pc:sldMk cId="2449089741" sldId="257"/>
            <ac:cxnSpMk id="14" creationId="{5A8F9696-CF93-060C-E9DE-B9637F9C26B8}"/>
          </ac:cxnSpMkLst>
        </pc:cxnChg>
        <pc:cxnChg chg="del mod">
          <ac:chgData name="Martin Ruchti" userId="905d7abe9b363a44" providerId="LiveId" clId="{45D224F6-8253-4FC3-8DB7-F8304B39BDBA}" dt="2026-03-31T13:32:39.194" v="83" actId="478"/>
          <ac:cxnSpMkLst>
            <pc:docMk/>
            <pc:sldMk cId="2449089741" sldId="257"/>
            <ac:cxnSpMk id="17" creationId="{DEDDD2C8-5FAA-B807-9B60-A1BD0C46B237}"/>
          </ac:cxnSpMkLst>
        </pc:cxnChg>
        <pc:cxnChg chg="add mod">
          <ac:chgData name="Martin Ruchti" userId="905d7abe9b363a44" providerId="LiveId" clId="{45D224F6-8253-4FC3-8DB7-F8304B39BDBA}" dt="2026-03-31T13:32:52.779" v="90" actId="14100"/>
          <ac:cxnSpMkLst>
            <pc:docMk/>
            <pc:sldMk cId="2449089741" sldId="257"/>
            <ac:cxnSpMk id="19" creationId="{D5C3545C-CC97-9FE6-2B48-CCE34D4372ED}"/>
          </ac:cxnSpMkLst>
        </pc:cxnChg>
        <pc:cxnChg chg="add mod">
          <ac:chgData name="Martin Ruchti" userId="905d7abe9b363a44" providerId="LiveId" clId="{45D224F6-8253-4FC3-8DB7-F8304B39BDBA}" dt="2026-03-31T13:32:47.481" v="88" actId="14100"/>
          <ac:cxnSpMkLst>
            <pc:docMk/>
            <pc:sldMk cId="2449089741" sldId="257"/>
            <ac:cxnSpMk id="20" creationId="{AC24FD6A-04D8-480D-D9E4-03169AC08F4F}"/>
          </ac:cxnSpMkLst>
        </pc:cxnChg>
        <pc:cxnChg chg="mod">
          <ac:chgData name="Martin Ruchti" userId="905d7abe9b363a44" providerId="LiveId" clId="{45D224F6-8253-4FC3-8DB7-F8304B39BDBA}" dt="2026-03-31T13:31:05.390" v="2" actId="14100"/>
          <ac:cxnSpMkLst>
            <pc:docMk/>
            <pc:sldMk cId="2449089741" sldId="257"/>
            <ac:cxnSpMk id="24" creationId="{73FE515F-B3BB-3383-9CED-13F2EB4CB7B1}"/>
          </ac:cxnSpMkLst>
        </pc:cxnChg>
        <pc:cxnChg chg="del mod">
          <ac:chgData name="Martin Ruchti" userId="905d7abe9b363a44" providerId="LiveId" clId="{45D224F6-8253-4FC3-8DB7-F8304B39BDBA}" dt="2026-03-31T13:32:26.328" v="73" actId="478"/>
          <ac:cxnSpMkLst>
            <pc:docMk/>
            <pc:sldMk cId="2449089741" sldId="257"/>
            <ac:cxnSpMk id="37" creationId="{FB1213EE-F4C6-B406-497B-FDE0EDD6E58F}"/>
          </ac:cxnSpMkLst>
        </pc:cxnChg>
      </pc:sldChg>
      <pc:sldChg chg="del">
        <pc:chgData name="Martin Ruchti" userId="905d7abe9b363a44" providerId="LiveId" clId="{45D224F6-8253-4FC3-8DB7-F8304B39BDBA}" dt="2026-03-31T13:37:36.483" v="352" actId="47"/>
        <pc:sldMkLst>
          <pc:docMk/>
          <pc:sldMk cId="651556126" sldId="258"/>
        </pc:sldMkLst>
      </pc:sldChg>
      <pc:sldChg chg="addSp delSp modSp mod">
        <pc:chgData name="Martin Ruchti" userId="905d7abe9b363a44" providerId="LiveId" clId="{45D224F6-8253-4FC3-8DB7-F8304B39BDBA}" dt="2026-03-31T13:37:29.376" v="351" actId="478"/>
        <pc:sldMkLst>
          <pc:docMk/>
          <pc:sldMk cId="4213089915" sldId="259"/>
        </pc:sldMkLst>
        <pc:spChg chg="del">
          <ac:chgData name="Martin Ruchti" userId="905d7abe9b363a44" providerId="LiveId" clId="{45D224F6-8253-4FC3-8DB7-F8304B39BDBA}" dt="2026-03-31T13:33:37.145" v="100" actId="478"/>
          <ac:spMkLst>
            <pc:docMk/>
            <pc:sldMk cId="4213089915" sldId="259"/>
            <ac:spMk id="3" creationId="{4EE99CF0-6E10-06D7-5B16-1C8318F0E202}"/>
          </ac:spMkLst>
        </pc:spChg>
        <pc:spChg chg="add mod">
          <ac:chgData name="Martin Ruchti" userId="905d7abe9b363a44" providerId="LiveId" clId="{45D224F6-8253-4FC3-8DB7-F8304B39BDBA}" dt="2026-03-31T13:34:00.192" v="118" actId="20577"/>
          <ac:spMkLst>
            <pc:docMk/>
            <pc:sldMk cId="4213089915" sldId="259"/>
            <ac:spMk id="11" creationId="{544CE029-680D-0CE7-6B37-94249F79F571}"/>
          </ac:spMkLst>
        </pc:spChg>
        <pc:spChg chg="del">
          <ac:chgData name="Martin Ruchti" userId="905d7abe9b363a44" providerId="LiveId" clId="{45D224F6-8253-4FC3-8DB7-F8304B39BDBA}" dt="2026-03-31T13:33:35.945" v="99" actId="478"/>
          <ac:spMkLst>
            <pc:docMk/>
            <pc:sldMk cId="4213089915" sldId="259"/>
            <ac:spMk id="13" creationId="{5F2EAFA6-8363-1BC2-2607-8791588EB1B8}"/>
          </ac:spMkLst>
        </pc:spChg>
        <pc:spChg chg="del">
          <ac:chgData name="Martin Ruchti" userId="905d7abe9b363a44" providerId="LiveId" clId="{45D224F6-8253-4FC3-8DB7-F8304B39BDBA}" dt="2026-03-31T13:34:33.713" v="127" actId="478"/>
          <ac:spMkLst>
            <pc:docMk/>
            <pc:sldMk cId="4213089915" sldId="259"/>
            <ac:spMk id="16" creationId="{7018E9F0-A788-C0E0-9CB3-ECC4DF57381C}"/>
          </ac:spMkLst>
        </pc:spChg>
        <pc:spChg chg="del">
          <ac:chgData name="Martin Ruchti" userId="905d7abe9b363a44" providerId="LiveId" clId="{45D224F6-8253-4FC3-8DB7-F8304B39BDBA}" dt="2026-03-31T13:34:37.649" v="130" actId="478"/>
          <ac:spMkLst>
            <pc:docMk/>
            <pc:sldMk cId="4213089915" sldId="259"/>
            <ac:spMk id="18" creationId="{8C9BB353-0299-857B-A670-E3A873296693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19" creationId="{297E2B5D-6DEE-2632-E0FC-849FDBC9FD8D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20" creationId="{1E3E335F-AD13-E991-8C29-024DDE86F95B}"/>
          </ac:spMkLst>
        </pc:spChg>
        <pc:spChg chg="mod">
          <ac:chgData name="Martin Ruchti" userId="905d7abe9b363a44" providerId="LiveId" clId="{45D224F6-8253-4FC3-8DB7-F8304B39BDBA}" dt="2026-03-31T13:33:53.319" v="111" actId="20577"/>
          <ac:spMkLst>
            <pc:docMk/>
            <pc:sldMk cId="4213089915" sldId="259"/>
            <ac:spMk id="21" creationId="{79C9461F-D00D-999F-98D0-69CDB729BE61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23" creationId="{7795FC20-4100-2EC0-8AF2-AEED84EE1048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25" creationId="{C230194C-D3C4-A2F4-5D1A-6811EAA8E833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26" creationId="{6FF081F6-6499-69DC-2A0B-A62E865EFF97}"/>
          </ac:spMkLst>
        </pc:spChg>
        <pc:spChg chg="del">
          <ac:chgData name="Martin Ruchti" userId="905d7abe9b363a44" providerId="LiveId" clId="{45D224F6-8253-4FC3-8DB7-F8304B39BDBA}" dt="2026-03-31T13:33:34.178" v="98" actId="478"/>
          <ac:spMkLst>
            <pc:docMk/>
            <pc:sldMk cId="4213089915" sldId="259"/>
            <ac:spMk id="32" creationId="{FB9ADFBF-FF84-8757-DDF1-C90C73FAD480}"/>
          </ac:spMkLst>
        </pc:spChg>
        <pc:spChg chg="del">
          <ac:chgData name="Martin Ruchti" userId="905d7abe9b363a44" providerId="LiveId" clId="{45D224F6-8253-4FC3-8DB7-F8304B39BDBA}" dt="2026-03-31T13:33:38.193" v="101" actId="478"/>
          <ac:spMkLst>
            <pc:docMk/>
            <pc:sldMk cId="4213089915" sldId="259"/>
            <ac:spMk id="33" creationId="{BCF7CB91-96EC-768C-C609-EC1B06AD002B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34" creationId="{81CF9102-5848-6671-F7BF-5905E4C268DC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35" creationId="{57558249-092D-38F5-F3A5-BB6F26B62E27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36" creationId="{7BC134E9-F005-A896-8F2C-C753D7531B45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38" creationId="{3E2ECD59-6663-909A-3260-27376871ECAA}"/>
          </ac:spMkLst>
        </pc:spChg>
        <pc:spChg chg="add mod">
          <ac:chgData name="Martin Ruchti" userId="905d7abe9b363a44" providerId="LiveId" clId="{45D224F6-8253-4FC3-8DB7-F8304B39BDBA}" dt="2026-03-31T13:34:23.678" v="122" actId="1076"/>
          <ac:spMkLst>
            <pc:docMk/>
            <pc:sldMk cId="4213089915" sldId="259"/>
            <ac:spMk id="39" creationId="{5EAEA946-E271-58AD-1825-8912BD80901F}"/>
          </ac:spMkLst>
        </pc:spChg>
        <pc:spChg chg="del">
          <ac:chgData name="Martin Ruchti" userId="905d7abe9b363a44" providerId="LiveId" clId="{45D224F6-8253-4FC3-8DB7-F8304B39BDBA}" dt="2026-03-31T13:34:04.402" v="119" actId="478"/>
          <ac:spMkLst>
            <pc:docMk/>
            <pc:sldMk cId="4213089915" sldId="259"/>
            <ac:spMk id="40" creationId="{47844B84-8851-0C83-BB1A-D3B1CB919D4D}"/>
          </ac:spMkLst>
        </pc:spChg>
        <pc:spChg chg="add mod">
          <ac:chgData name="Martin Ruchti" userId="905d7abe9b363a44" providerId="LiveId" clId="{45D224F6-8253-4FC3-8DB7-F8304B39BDBA}" dt="2026-03-31T13:34:23.678" v="122" actId="1076"/>
          <ac:spMkLst>
            <pc:docMk/>
            <pc:sldMk cId="4213089915" sldId="259"/>
            <ac:spMk id="41" creationId="{326BC23D-E107-A1AA-9F78-83097D6B81F5}"/>
          </ac:spMkLst>
        </pc:spChg>
        <pc:spChg chg="del">
          <ac:chgData name="Martin Ruchti" userId="905d7abe9b363a44" providerId="LiveId" clId="{45D224F6-8253-4FC3-8DB7-F8304B39BDBA}" dt="2026-03-31T13:34:32.929" v="126" actId="478"/>
          <ac:spMkLst>
            <pc:docMk/>
            <pc:sldMk cId="4213089915" sldId="259"/>
            <ac:spMk id="42" creationId="{3F75E0FF-8931-B5F6-2351-3B8AE548FABB}"/>
          </ac:spMkLst>
        </pc:spChg>
        <pc:spChg chg="add mod">
          <ac:chgData name="Martin Ruchti" userId="905d7abe9b363a44" providerId="LiveId" clId="{45D224F6-8253-4FC3-8DB7-F8304B39BDBA}" dt="2026-03-31T13:34:44.961" v="132" actId="1076"/>
          <ac:spMkLst>
            <pc:docMk/>
            <pc:sldMk cId="4213089915" sldId="259"/>
            <ac:spMk id="43" creationId="{77997CF8-1FDF-B781-FCB8-42A7E2A9503D}"/>
          </ac:spMkLst>
        </pc:spChg>
        <pc:spChg chg="add mod">
          <ac:chgData name="Martin Ruchti" userId="905d7abe9b363a44" providerId="LiveId" clId="{45D224F6-8253-4FC3-8DB7-F8304B39BDBA}" dt="2026-03-31T13:34:44.961" v="132" actId="1076"/>
          <ac:spMkLst>
            <pc:docMk/>
            <pc:sldMk cId="4213089915" sldId="259"/>
            <ac:spMk id="47" creationId="{F7281860-A7A2-1BAB-4850-4D333DAB24B3}"/>
          </ac:spMkLst>
        </pc:spChg>
        <pc:spChg chg="add mod">
          <ac:chgData name="Martin Ruchti" userId="905d7abe9b363a44" providerId="LiveId" clId="{45D224F6-8253-4FC3-8DB7-F8304B39BDBA}" dt="2026-03-31T13:34:47.472" v="133" actId="571"/>
          <ac:spMkLst>
            <pc:docMk/>
            <pc:sldMk cId="4213089915" sldId="259"/>
            <ac:spMk id="48" creationId="{1F29EB1E-AC53-7334-DF37-DD5AD623CF24}"/>
          </ac:spMkLst>
        </pc:spChg>
        <pc:spChg chg="add mod">
          <ac:chgData name="Martin Ruchti" userId="905d7abe9b363a44" providerId="LiveId" clId="{45D224F6-8253-4FC3-8DB7-F8304B39BDBA}" dt="2026-03-31T13:34:47.472" v="133" actId="571"/>
          <ac:spMkLst>
            <pc:docMk/>
            <pc:sldMk cId="4213089915" sldId="259"/>
            <ac:spMk id="49" creationId="{EE4755BA-50E5-8334-D1A3-EF52473F0C28}"/>
          </ac:spMkLst>
        </pc:spChg>
        <pc:spChg chg="add mod">
          <ac:chgData name="Martin Ruchti" userId="905d7abe9b363a44" providerId="LiveId" clId="{45D224F6-8253-4FC3-8DB7-F8304B39BDBA}" dt="2026-03-31T13:35:26.730" v="183" actId="207"/>
          <ac:spMkLst>
            <pc:docMk/>
            <pc:sldMk cId="4213089915" sldId="259"/>
            <ac:spMk id="50" creationId="{6AFA5385-794A-6719-2181-0F8688DB294E}"/>
          </ac:spMkLst>
        </pc:spChg>
        <pc:spChg chg="add mod">
          <ac:chgData name="Martin Ruchti" userId="905d7abe9b363a44" providerId="LiveId" clId="{45D224F6-8253-4FC3-8DB7-F8304B39BDBA}" dt="2026-03-31T13:35:38.961" v="216" actId="20577"/>
          <ac:spMkLst>
            <pc:docMk/>
            <pc:sldMk cId="4213089915" sldId="259"/>
            <ac:spMk id="51" creationId="{56E19A8F-26CA-0EAA-3E8B-C15C5FB124AE}"/>
          </ac:spMkLst>
        </pc:spChg>
        <pc:spChg chg="add mod">
          <ac:chgData name="Martin Ruchti" userId="905d7abe9b363a44" providerId="LiveId" clId="{45D224F6-8253-4FC3-8DB7-F8304B39BDBA}" dt="2026-03-31T13:36:17.530" v="291" actId="20577"/>
          <ac:spMkLst>
            <pc:docMk/>
            <pc:sldMk cId="4213089915" sldId="259"/>
            <ac:spMk id="52" creationId="{AA8BB5B1-D69E-0B28-97E5-406D6B932FA6}"/>
          </ac:spMkLst>
        </pc:spChg>
        <pc:picChg chg="del">
          <ac:chgData name="Martin Ruchti" userId="905d7abe9b363a44" providerId="LiveId" clId="{45D224F6-8253-4FC3-8DB7-F8304B39BDBA}" dt="2026-03-31T13:34:32.020" v="125" actId="478"/>
          <ac:picMkLst>
            <pc:docMk/>
            <pc:sldMk cId="4213089915" sldId="259"/>
            <ac:picMk id="45" creationId="{1C51EB5F-031D-532B-6FF0-63D8DFF74A25}"/>
          </ac:picMkLst>
        </pc:picChg>
        <pc:picChg chg="add del">
          <ac:chgData name="Martin Ruchti" userId="905d7abe9b363a44" providerId="LiveId" clId="{45D224F6-8253-4FC3-8DB7-F8304B39BDBA}" dt="2026-03-31T13:34:40.587" v="131" actId="478"/>
          <ac:picMkLst>
            <pc:docMk/>
            <pc:sldMk cId="4213089915" sldId="259"/>
            <ac:picMk id="46" creationId="{24D22725-B990-2A7B-5F48-6E15858F064A}"/>
          </ac:picMkLst>
        </pc:picChg>
        <pc:cxnChg chg="del mod">
          <ac:chgData name="Martin Ruchti" userId="905d7abe9b363a44" providerId="LiveId" clId="{45D224F6-8253-4FC3-8DB7-F8304B39BDBA}" dt="2026-03-31T13:37:29.376" v="351" actId="478"/>
          <ac:cxnSpMkLst>
            <pc:docMk/>
            <pc:sldMk cId="4213089915" sldId="259"/>
            <ac:cxnSpMk id="14" creationId="{D72AF6D9-6044-56C2-F9B2-EC7E3A664BA6}"/>
          </ac:cxnSpMkLst>
        </pc:cxnChg>
        <pc:cxnChg chg="del mod">
          <ac:chgData name="Martin Ruchti" userId="905d7abe9b363a44" providerId="LiveId" clId="{45D224F6-8253-4FC3-8DB7-F8304B39BDBA}" dt="2026-03-31T13:37:28.482" v="350" actId="478"/>
          <ac:cxnSpMkLst>
            <pc:docMk/>
            <pc:sldMk cId="4213089915" sldId="259"/>
            <ac:cxnSpMk id="17" creationId="{8D8AEC4B-FCCC-E6E2-7159-A48861235235}"/>
          </ac:cxnSpMkLst>
        </pc:cxnChg>
        <pc:cxnChg chg="del mod">
          <ac:chgData name="Martin Ruchti" userId="905d7abe9b363a44" providerId="LiveId" clId="{45D224F6-8253-4FC3-8DB7-F8304B39BDBA}" dt="2026-03-31T13:34:05.506" v="120" actId="478"/>
          <ac:cxnSpMkLst>
            <pc:docMk/>
            <pc:sldMk cId="4213089915" sldId="259"/>
            <ac:cxnSpMk id="37" creationId="{101CFBEE-75FB-5E34-9CEB-22BC6763F311}"/>
          </ac:cxnSpMkLst>
        </pc:cxnChg>
        <pc:cxnChg chg="add mod">
          <ac:chgData name="Martin Ruchti" userId="905d7abe9b363a44" providerId="LiveId" clId="{45D224F6-8253-4FC3-8DB7-F8304B39BDBA}" dt="2026-03-31T13:37:24.308" v="349"/>
          <ac:cxnSpMkLst>
            <pc:docMk/>
            <pc:sldMk cId="4213089915" sldId="259"/>
            <ac:cxnSpMk id="53" creationId="{66FD883A-4D2C-960B-7E19-2F54F3E8656A}"/>
          </ac:cxnSpMkLst>
        </pc:cxnChg>
        <pc:cxnChg chg="add mod">
          <ac:chgData name="Martin Ruchti" userId="905d7abe9b363a44" providerId="LiveId" clId="{45D224F6-8253-4FC3-8DB7-F8304B39BDBA}" dt="2026-03-31T13:37:24.308" v="349"/>
          <ac:cxnSpMkLst>
            <pc:docMk/>
            <pc:sldMk cId="4213089915" sldId="259"/>
            <ac:cxnSpMk id="54" creationId="{9A0CF01A-226F-AD0C-502C-43CB4156A1C3}"/>
          </ac:cxnSpMkLst>
        </pc:cxnChg>
      </pc:sldChg>
      <pc:sldChg chg="addSp delSp modSp mod">
        <pc:chgData name="Martin Ruchti" userId="905d7abe9b363a44" providerId="LiveId" clId="{45D224F6-8253-4FC3-8DB7-F8304B39BDBA}" dt="2026-03-31T13:38:00.019" v="377" actId="1076"/>
        <pc:sldMkLst>
          <pc:docMk/>
          <pc:sldMk cId="2270234790" sldId="260"/>
        </pc:sldMkLst>
        <pc:spChg chg="mod">
          <ac:chgData name="Martin Ruchti" userId="905d7abe9b363a44" providerId="LiveId" clId="{45D224F6-8253-4FC3-8DB7-F8304B39BDBA}" dt="2026-03-31T13:38:00.019" v="377" actId="1076"/>
          <ac:spMkLst>
            <pc:docMk/>
            <pc:sldMk cId="2270234790" sldId="260"/>
            <ac:spMk id="3" creationId="{68E941C5-37F1-4CB8-F4B6-BDFAFA808C76}"/>
          </ac:spMkLst>
        </pc:spChg>
        <pc:spChg chg="mod">
          <ac:chgData name="Martin Ruchti" userId="905d7abe9b363a44" providerId="LiveId" clId="{45D224F6-8253-4FC3-8DB7-F8304B39BDBA}" dt="2026-03-31T13:36:29.209" v="300" actId="6549"/>
          <ac:spMkLst>
            <pc:docMk/>
            <pc:sldMk cId="2270234790" sldId="260"/>
            <ac:spMk id="7" creationId="{1C2A7380-106C-FEE2-534B-711B92371469}"/>
          </ac:spMkLst>
        </pc:spChg>
        <pc:spChg chg="mod">
          <ac:chgData name="Martin Ruchti" userId="905d7abe9b363a44" providerId="LiveId" clId="{45D224F6-8253-4FC3-8DB7-F8304B39BDBA}" dt="2026-03-31T13:37:15.459" v="346" actId="1076"/>
          <ac:spMkLst>
            <pc:docMk/>
            <pc:sldMk cId="2270234790" sldId="260"/>
            <ac:spMk id="13" creationId="{FCB55696-F46E-D1C9-64C3-B8E0CD0A85DC}"/>
          </ac:spMkLst>
        </pc:spChg>
        <pc:spChg chg="del">
          <ac:chgData name="Martin Ruchti" userId="905d7abe9b363a44" providerId="LiveId" clId="{45D224F6-8253-4FC3-8DB7-F8304B39BDBA}" dt="2026-03-31T13:36:37.290" v="304" actId="478"/>
          <ac:spMkLst>
            <pc:docMk/>
            <pc:sldMk cId="2270234790" sldId="260"/>
            <ac:spMk id="32" creationId="{A74E195F-4649-D800-0830-6C1F97625C5A}"/>
          </ac:spMkLst>
        </pc:spChg>
        <pc:spChg chg="del">
          <ac:chgData name="Martin Ruchti" userId="905d7abe9b363a44" providerId="LiveId" clId="{45D224F6-8253-4FC3-8DB7-F8304B39BDBA}" dt="2026-03-31T13:37:17.553" v="347" actId="478"/>
          <ac:spMkLst>
            <pc:docMk/>
            <pc:sldMk cId="2270234790" sldId="260"/>
            <ac:spMk id="33" creationId="{8B579EB5-1178-E524-B50D-219B61A438FF}"/>
          </ac:spMkLst>
        </pc:spChg>
        <pc:spChg chg="del">
          <ac:chgData name="Martin Ruchti" userId="905d7abe9b363a44" providerId="LiveId" clId="{45D224F6-8253-4FC3-8DB7-F8304B39BDBA}" dt="2026-03-31T13:36:32.003" v="301" actId="478"/>
          <ac:spMkLst>
            <pc:docMk/>
            <pc:sldMk cId="2270234790" sldId="260"/>
            <ac:spMk id="35" creationId="{28B42AFE-8F8D-4320-73A7-A6C481BBF3DF}"/>
          </ac:spMkLst>
        </pc:spChg>
        <pc:spChg chg="del">
          <ac:chgData name="Martin Ruchti" userId="905d7abe9b363a44" providerId="LiveId" clId="{45D224F6-8253-4FC3-8DB7-F8304B39BDBA}" dt="2026-03-31T13:36:33.321" v="302" actId="478"/>
          <ac:spMkLst>
            <pc:docMk/>
            <pc:sldMk cId="2270234790" sldId="260"/>
            <ac:spMk id="40" creationId="{987E39FD-8329-3880-83BF-BBBDCF14C6DC}"/>
          </ac:spMkLst>
        </pc:spChg>
        <pc:spChg chg="del">
          <ac:chgData name="Martin Ruchti" userId="905d7abe9b363a44" providerId="LiveId" clId="{45D224F6-8253-4FC3-8DB7-F8304B39BDBA}" dt="2026-03-31T13:37:19.873" v="348" actId="478"/>
          <ac:spMkLst>
            <pc:docMk/>
            <pc:sldMk cId="2270234790" sldId="260"/>
            <ac:spMk id="42" creationId="{260F3848-01B8-FF76-443E-08175FD0DAED}"/>
          </ac:spMkLst>
        </pc:spChg>
        <pc:picChg chg="del">
          <ac:chgData name="Martin Ruchti" userId="905d7abe9b363a44" providerId="LiveId" clId="{45D224F6-8253-4FC3-8DB7-F8304B39BDBA}" dt="2026-03-31T13:36:32.003" v="301" actId="478"/>
          <ac:picMkLst>
            <pc:docMk/>
            <pc:sldMk cId="2270234790" sldId="260"/>
            <ac:picMk id="44" creationId="{E6F6B2CF-2426-4252-149C-D597D23C3789}"/>
          </ac:picMkLst>
        </pc:picChg>
        <pc:cxnChg chg="del mod">
          <ac:chgData name="Martin Ruchti" userId="905d7abe9b363a44" providerId="LiveId" clId="{45D224F6-8253-4FC3-8DB7-F8304B39BDBA}" dt="2026-03-31T13:36:40.890" v="305" actId="478"/>
          <ac:cxnSpMkLst>
            <pc:docMk/>
            <pc:sldMk cId="2270234790" sldId="260"/>
            <ac:cxnSpMk id="12" creationId="{984681F8-360F-BA11-3E0B-EC8269A57332}"/>
          </ac:cxnSpMkLst>
        </pc:cxnChg>
        <pc:cxnChg chg="del mod">
          <ac:chgData name="Martin Ruchti" userId="905d7abe9b363a44" providerId="LiveId" clId="{45D224F6-8253-4FC3-8DB7-F8304B39BDBA}" dt="2026-03-31T13:36:50.824" v="312" actId="478"/>
          <ac:cxnSpMkLst>
            <pc:docMk/>
            <pc:sldMk cId="2270234790" sldId="260"/>
            <ac:cxnSpMk id="14" creationId="{A5F81304-EBF1-257C-3417-620FD4F73563}"/>
          </ac:cxnSpMkLst>
        </pc:cxnChg>
        <pc:cxnChg chg="add mod">
          <ac:chgData name="Martin Ruchti" userId="905d7abe9b363a44" providerId="LiveId" clId="{45D224F6-8253-4FC3-8DB7-F8304B39BDBA}" dt="2026-03-31T13:36:46.500" v="308" actId="14100"/>
          <ac:cxnSpMkLst>
            <pc:docMk/>
            <pc:sldMk cId="2270234790" sldId="260"/>
            <ac:cxnSpMk id="16" creationId="{B0A9924C-FF19-0A50-E10D-5F793158E008}"/>
          </ac:cxnSpMkLst>
        </pc:cxnChg>
        <pc:cxnChg chg="del mod">
          <ac:chgData name="Martin Ruchti" userId="905d7abe9b363a44" providerId="LiveId" clId="{45D224F6-8253-4FC3-8DB7-F8304B39BDBA}" dt="2026-03-31T13:36:50.192" v="311" actId="478"/>
          <ac:cxnSpMkLst>
            <pc:docMk/>
            <pc:sldMk cId="2270234790" sldId="260"/>
            <ac:cxnSpMk id="17" creationId="{96AF5EB8-D7E2-FBB6-F771-ABD62B405B7B}"/>
          </ac:cxnSpMkLst>
        </pc:cxnChg>
        <pc:cxnChg chg="add mod">
          <ac:chgData name="Martin Ruchti" userId="905d7abe9b363a44" providerId="LiveId" clId="{45D224F6-8253-4FC3-8DB7-F8304B39BDBA}" dt="2026-03-31T13:36:54.281" v="314" actId="14100"/>
          <ac:cxnSpMkLst>
            <pc:docMk/>
            <pc:sldMk cId="2270234790" sldId="260"/>
            <ac:cxnSpMk id="20" creationId="{E1AF0737-FA0B-D1D9-6AAE-42B23E00189A}"/>
          </ac:cxnSpMkLst>
        </pc:cxnChg>
        <pc:cxnChg chg="add mod">
          <ac:chgData name="Martin Ruchti" userId="905d7abe9b363a44" providerId="LiveId" clId="{45D224F6-8253-4FC3-8DB7-F8304B39BDBA}" dt="2026-03-31T13:36:58.747" v="317" actId="14100"/>
          <ac:cxnSpMkLst>
            <pc:docMk/>
            <pc:sldMk cId="2270234790" sldId="260"/>
            <ac:cxnSpMk id="25" creationId="{34B8B321-9C2A-B1FD-BE87-427DD149690F}"/>
          </ac:cxnSpMkLst>
        </pc:cxnChg>
        <pc:cxnChg chg="del mod">
          <ac:chgData name="Martin Ruchti" userId="905d7abe9b363a44" providerId="LiveId" clId="{45D224F6-8253-4FC3-8DB7-F8304B39BDBA}" dt="2026-03-31T13:36:33.945" v="303" actId="478"/>
          <ac:cxnSpMkLst>
            <pc:docMk/>
            <pc:sldMk cId="2270234790" sldId="260"/>
            <ac:cxnSpMk id="37" creationId="{E991BB9C-3C48-0A80-C74D-914FD3D2A52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8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8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5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45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9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6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9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2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87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160D4-E022-4322-8E02-FB7ADEE2C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DF2DF-4F18-45E1-9C5F-DEA0022F20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3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99B8FF-F064-EEDD-E45A-89C9FFAE95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MyKilnBuddy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CA2FB0-B4F3-1DCE-F053-2654AAC92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a live </a:t>
            </a:r>
            <a:r>
              <a:rPr lang="de-DE" dirty="0" err="1"/>
              <a:t>feed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kiln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,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88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D0B97-A08A-45A9-87CF-066C813B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Architecture</a:t>
            </a:r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1487021-122C-3048-AD4A-91F5699D5C28}"/>
              </a:ext>
            </a:extLst>
          </p:cNvPr>
          <p:cNvSpPr/>
          <p:nvPr/>
        </p:nvSpPr>
        <p:spPr>
          <a:xfrm>
            <a:off x="1405218" y="4861111"/>
            <a:ext cx="1358153" cy="7664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Kiln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Temperature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Display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9FEAB63-9ACD-63B9-B25E-95C437618F61}"/>
              </a:ext>
            </a:extLst>
          </p:cNvPr>
          <p:cNvSpPr/>
          <p:nvPr/>
        </p:nvSpPr>
        <p:spPr>
          <a:xfrm>
            <a:off x="1405218" y="392654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USB-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Camera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BAF364F-6994-FD06-FD80-F2CAB13D9245}"/>
              </a:ext>
            </a:extLst>
          </p:cNvPr>
          <p:cNvSpPr/>
          <p:nvPr/>
        </p:nvSpPr>
        <p:spPr>
          <a:xfrm>
            <a:off x="1405218" y="299197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Raspberry-Pi 3B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DDBF933A-ACF5-D976-3130-57B85C5E473C}"/>
              </a:ext>
            </a:extLst>
          </p:cNvPr>
          <p:cNvSpPr/>
          <p:nvPr/>
        </p:nvSpPr>
        <p:spPr>
          <a:xfrm>
            <a:off x="4380378" y="1862417"/>
            <a:ext cx="1145243" cy="766483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Web-Backend (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supabase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51AB7C7-DFE7-D9F4-F2CF-9D108EF47C1A}"/>
              </a:ext>
            </a:extLst>
          </p:cNvPr>
          <p:cNvSpPr/>
          <p:nvPr/>
        </p:nvSpPr>
        <p:spPr>
          <a:xfrm>
            <a:off x="7555004" y="2978524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4E961C6-3FD6-73A7-DC04-1E110A7595C1}"/>
              </a:ext>
            </a:extLst>
          </p:cNvPr>
          <p:cNvSpPr/>
          <p:nvPr/>
        </p:nvSpPr>
        <p:spPr>
          <a:xfrm>
            <a:off x="466166" y="2373405"/>
            <a:ext cx="3240741" cy="389292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F3C44A1-DA69-A02E-E76B-F7457351F7B1}"/>
              </a:ext>
            </a:extLst>
          </p:cNvPr>
          <p:cNvSpPr txBox="1"/>
          <p:nvPr/>
        </p:nvSpPr>
        <p:spPr>
          <a:xfrm>
            <a:off x="1328997" y="5843039"/>
            <a:ext cx="1488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Kiln </a:t>
            </a:r>
            <a:r>
              <a:rPr lang="de-DE" sz="1400" dirty="0" err="1"/>
              <a:t>local</a:t>
            </a:r>
            <a:r>
              <a:rPr lang="de-DE" sz="1400" dirty="0"/>
              <a:t> </a:t>
            </a:r>
            <a:r>
              <a:rPr lang="de-DE" sz="1400" dirty="0" err="1"/>
              <a:t>system</a:t>
            </a:r>
            <a:endParaRPr lang="en-US" sz="14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1C60EBD-17C6-456E-5385-95D8EE48A7B8}"/>
              </a:ext>
            </a:extLst>
          </p:cNvPr>
          <p:cNvSpPr/>
          <p:nvPr/>
        </p:nvSpPr>
        <p:spPr>
          <a:xfrm>
            <a:off x="6879851" y="4094630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2892A01-2700-90FC-5B61-0F1C9C1E8EBF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084295" y="469302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3FE515F-B3BB-3383-9CED-13F2EB4CB7B1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2084295" y="375845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743D3E22-8F6B-3EE0-3670-3749951E4BA6}"/>
              </a:ext>
            </a:extLst>
          </p:cNvPr>
          <p:cNvSpPr/>
          <p:nvPr/>
        </p:nvSpPr>
        <p:spPr>
          <a:xfrm>
            <a:off x="8137711" y="5688106"/>
            <a:ext cx="1358153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Electric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5A7C159-FEBD-1B67-72FB-2F65468A69C3}"/>
              </a:ext>
            </a:extLst>
          </p:cNvPr>
          <p:cNvSpPr/>
          <p:nvPr/>
        </p:nvSpPr>
        <p:spPr>
          <a:xfrm>
            <a:off x="8137711" y="5983480"/>
            <a:ext cx="1358153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F84F256-E0CF-F142-6DA1-A75897A946C8}"/>
              </a:ext>
            </a:extLst>
          </p:cNvPr>
          <p:cNvSpPr/>
          <p:nvPr/>
        </p:nvSpPr>
        <p:spPr>
          <a:xfrm>
            <a:off x="8137711" y="6264273"/>
            <a:ext cx="1358153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Server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02A6D70-CB53-E5BE-19D3-BBA73F4E944E}"/>
              </a:ext>
            </a:extLst>
          </p:cNvPr>
          <p:cNvSpPr txBox="1"/>
          <p:nvPr/>
        </p:nvSpPr>
        <p:spPr>
          <a:xfrm>
            <a:off x="2172504" y="4653957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Photons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B1FE789-EDD9-9BCD-8638-0CBAC9F6DCC5}"/>
              </a:ext>
            </a:extLst>
          </p:cNvPr>
          <p:cNvSpPr txBox="1"/>
          <p:nvPr/>
        </p:nvSpPr>
        <p:spPr>
          <a:xfrm>
            <a:off x="2172504" y="3719386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picture</a:t>
            </a:r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stream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5" name="Grafik 44" descr="Zusammendrücken Vergrößern mit einfarbiger Füllung">
            <a:extLst>
              <a:ext uri="{FF2B5EF4-FFF2-40B4-BE49-F238E27FC236}">
                <a16:creationId xmlns:a16="http://schemas.microsoft.com/office/drawing/2014/main" id="{EDDDB6BA-BFA6-F356-1F22-F49C3F255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124" y="4528934"/>
            <a:ext cx="593912" cy="593912"/>
          </a:xfrm>
          <a:prstGeom prst="rect">
            <a:avLst/>
          </a:prstGeom>
        </p:spPr>
      </p:pic>
      <p:pic>
        <p:nvPicPr>
          <p:cNvPr id="46" name="Grafik 45" descr="Zusammendrücken Vergrößern mit einfarbiger Füllung">
            <a:extLst>
              <a:ext uri="{FF2B5EF4-FFF2-40B4-BE49-F238E27FC236}">
                <a16:creationId xmlns:a16="http://schemas.microsoft.com/office/drawing/2014/main" id="{3DD237AB-717E-28F9-C222-D32F9CDC2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1051" y="3429000"/>
            <a:ext cx="593912" cy="593912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6310114-1796-1878-5AC5-37A1BC37F975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084295" y="2245659"/>
            <a:ext cx="2296083" cy="74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5C3545C-CC97-9FE6-2B48-CCE34D4372ED}"/>
              </a:ext>
            </a:extLst>
          </p:cNvPr>
          <p:cNvCxnSpPr>
            <a:cxnSpLocks/>
            <a:stCxn id="7" idx="4"/>
            <a:endCxn id="15" idx="1"/>
          </p:cNvCxnSpPr>
          <p:nvPr/>
        </p:nvCxnSpPr>
        <p:spPr>
          <a:xfrm>
            <a:off x="5525621" y="2245659"/>
            <a:ext cx="1354230" cy="2232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C24FD6A-04D8-480D-D9E4-03169AC08F4F}"/>
              </a:ext>
            </a:extLst>
          </p:cNvPr>
          <p:cNvCxnSpPr>
            <a:cxnSpLocks/>
            <a:stCxn id="7" idx="4"/>
            <a:endCxn id="8" idx="1"/>
          </p:cNvCxnSpPr>
          <p:nvPr/>
        </p:nvCxnSpPr>
        <p:spPr>
          <a:xfrm>
            <a:off x="5525621" y="2245659"/>
            <a:ext cx="2029383" cy="1116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C1D6C9C1-C2F8-F423-A671-FF7102DD8F16}"/>
              </a:ext>
            </a:extLst>
          </p:cNvPr>
          <p:cNvSpPr txBox="1"/>
          <p:nvPr/>
        </p:nvSpPr>
        <p:spPr>
          <a:xfrm>
            <a:off x="5754555" y="2991971"/>
            <a:ext cx="1653017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Receive</a:t>
            </a:r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image</a:t>
            </a:r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</a:t>
            </a:r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GET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request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58B2F4F-E403-1463-2770-5117C2CCB9AD}"/>
              </a:ext>
            </a:extLst>
          </p:cNvPr>
          <p:cNvSpPr txBox="1"/>
          <p:nvPr/>
        </p:nvSpPr>
        <p:spPr>
          <a:xfrm>
            <a:off x="2685823" y="2391321"/>
            <a:ext cx="159370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Send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image</a:t>
            </a:r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</a:t>
            </a:r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POST </a:t>
            </a:r>
            <a:r>
              <a:rPr lang="de-DE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request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8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748E-15A3-A115-5980-F523362A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19537-75A4-B1F7-DFE9-9D40EC4C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Security Architecture</a:t>
            </a:r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AAE44BF-A276-9D3D-4A52-5CBBA59E5DA7}"/>
              </a:ext>
            </a:extLst>
          </p:cNvPr>
          <p:cNvSpPr/>
          <p:nvPr/>
        </p:nvSpPr>
        <p:spPr>
          <a:xfrm>
            <a:off x="1405218" y="4861111"/>
            <a:ext cx="1358153" cy="7664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Kiln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Temperature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Display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A634232-C964-3450-3BFC-B80DCD0B8112}"/>
              </a:ext>
            </a:extLst>
          </p:cNvPr>
          <p:cNvSpPr/>
          <p:nvPr/>
        </p:nvSpPr>
        <p:spPr>
          <a:xfrm>
            <a:off x="1405218" y="392654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USB-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Camera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7A291D-B0B1-BCCB-A2A9-92442AA3D1AF}"/>
              </a:ext>
            </a:extLst>
          </p:cNvPr>
          <p:cNvSpPr/>
          <p:nvPr/>
        </p:nvSpPr>
        <p:spPr>
          <a:xfrm>
            <a:off x="1405218" y="299197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Raspberry-Pi 3B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4944C85C-9BD1-D996-A4DA-194549A0F025}"/>
              </a:ext>
            </a:extLst>
          </p:cNvPr>
          <p:cNvSpPr/>
          <p:nvPr/>
        </p:nvSpPr>
        <p:spPr>
          <a:xfrm>
            <a:off x="4380378" y="1862417"/>
            <a:ext cx="1145243" cy="766483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Web-Backend (AWS?)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5694732-A699-FC36-22AC-113A605CFF4E}"/>
              </a:ext>
            </a:extLst>
          </p:cNvPr>
          <p:cNvSpPr/>
          <p:nvPr/>
        </p:nvSpPr>
        <p:spPr>
          <a:xfrm>
            <a:off x="7555004" y="2978524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7A0A8D7-22CF-9A3D-585D-05EEDFE8F114}"/>
              </a:ext>
            </a:extLst>
          </p:cNvPr>
          <p:cNvSpPr/>
          <p:nvPr/>
        </p:nvSpPr>
        <p:spPr>
          <a:xfrm>
            <a:off x="466166" y="2373405"/>
            <a:ext cx="3240741" cy="389292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857737-E4D4-61DF-6201-35C51242829C}"/>
              </a:ext>
            </a:extLst>
          </p:cNvPr>
          <p:cNvSpPr txBox="1"/>
          <p:nvPr/>
        </p:nvSpPr>
        <p:spPr>
          <a:xfrm>
            <a:off x="848763" y="6264273"/>
            <a:ext cx="2471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Security </a:t>
            </a:r>
            <a:r>
              <a:rPr lang="de-DE" sz="1400" dirty="0" err="1"/>
              <a:t>by</a:t>
            </a:r>
            <a:r>
              <a:rPr lang="de-DE" sz="1400" dirty="0"/>
              <a:t> </a:t>
            </a:r>
            <a:r>
              <a:rPr lang="de-DE" sz="1400" dirty="0" err="1"/>
              <a:t>physical</a:t>
            </a:r>
            <a:r>
              <a:rPr lang="de-DE" sz="1400" dirty="0"/>
              <a:t> </a:t>
            </a:r>
            <a:r>
              <a:rPr lang="de-DE" sz="1400" dirty="0" err="1"/>
              <a:t>proximity</a:t>
            </a:r>
            <a:endParaRPr lang="en-US" sz="1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0931B17-5128-99CC-FD0D-4A5E4CA0E03E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V="1">
            <a:off x="2084295" y="2245659"/>
            <a:ext cx="2296083" cy="7463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058905DA-8571-6E67-C979-F88145BBF448}"/>
              </a:ext>
            </a:extLst>
          </p:cNvPr>
          <p:cNvSpPr/>
          <p:nvPr/>
        </p:nvSpPr>
        <p:spPr>
          <a:xfrm>
            <a:off x="6879851" y="4094630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85ADCF3-E929-1B58-2E18-67661C5EA2CF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084295" y="469302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739A2C3-8434-4802-329A-9EAB4DD99E54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2084295" y="375845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4E550215-D2E0-5B52-831E-6AD257FFA8CE}"/>
              </a:ext>
            </a:extLst>
          </p:cNvPr>
          <p:cNvSpPr/>
          <p:nvPr/>
        </p:nvSpPr>
        <p:spPr>
          <a:xfrm>
            <a:off x="8137711" y="5688106"/>
            <a:ext cx="1358153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Electric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D40BCF2-3DF8-A4BD-7B2D-9A988FA3D5C3}"/>
              </a:ext>
            </a:extLst>
          </p:cNvPr>
          <p:cNvSpPr/>
          <p:nvPr/>
        </p:nvSpPr>
        <p:spPr>
          <a:xfrm>
            <a:off x="8137711" y="5983480"/>
            <a:ext cx="1358153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CE7E999-F076-439C-80E7-DB6EB34D9E88}"/>
              </a:ext>
            </a:extLst>
          </p:cNvPr>
          <p:cNvSpPr/>
          <p:nvPr/>
        </p:nvSpPr>
        <p:spPr>
          <a:xfrm>
            <a:off x="8137711" y="6264273"/>
            <a:ext cx="1358153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Server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0A42039-F608-6222-6EDE-839DE24BFF8F}"/>
              </a:ext>
            </a:extLst>
          </p:cNvPr>
          <p:cNvSpPr txBox="1"/>
          <p:nvPr/>
        </p:nvSpPr>
        <p:spPr>
          <a:xfrm>
            <a:off x="2172504" y="4653957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Photons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939B22F-F784-57A0-3761-693A84E0AF2B}"/>
              </a:ext>
            </a:extLst>
          </p:cNvPr>
          <p:cNvSpPr txBox="1"/>
          <p:nvPr/>
        </p:nvSpPr>
        <p:spPr>
          <a:xfrm>
            <a:off x="2172504" y="3719386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picture</a:t>
            </a:r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stream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9C9461F-D00D-999F-98D0-69CDB729BE61}"/>
              </a:ext>
            </a:extLst>
          </p:cNvPr>
          <p:cNvSpPr/>
          <p:nvPr/>
        </p:nvSpPr>
        <p:spPr>
          <a:xfrm>
            <a:off x="2313412" y="3490786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anon-key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44CE029-680D-0CE7-6B37-94249F79F571}"/>
              </a:ext>
            </a:extLst>
          </p:cNvPr>
          <p:cNvSpPr/>
          <p:nvPr/>
        </p:nvSpPr>
        <p:spPr>
          <a:xfrm>
            <a:off x="2313412" y="3200400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X-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api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EAEA946-E271-58AD-1825-8912BD80901F}"/>
              </a:ext>
            </a:extLst>
          </p:cNvPr>
          <p:cNvSpPr/>
          <p:nvPr/>
        </p:nvSpPr>
        <p:spPr>
          <a:xfrm>
            <a:off x="4353226" y="2978524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anon-key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26BC23D-E107-A1AA-9F78-83097D6B81F5}"/>
              </a:ext>
            </a:extLst>
          </p:cNvPr>
          <p:cNvSpPr/>
          <p:nvPr/>
        </p:nvSpPr>
        <p:spPr>
          <a:xfrm>
            <a:off x="4353226" y="2688138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X-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api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7997CF8-1FDF-B781-FCB8-42A7E2A9503D}"/>
              </a:ext>
            </a:extLst>
          </p:cNvPr>
          <p:cNvSpPr/>
          <p:nvPr/>
        </p:nvSpPr>
        <p:spPr>
          <a:xfrm>
            <a:off x="7021390" y="5097072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anon-key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7281860-A7A2-1BAB-4850-4D333DAB24B3}"/>
              </a:ext>
            </a:extLst>
          </p:cNvPr>
          <p:cNvSpPr/>
          <p:nvPr/>
        </p:nvSpPr>
        <p:spPr>
          <a:xfrm>
            <a:off x="7021390" y="4806686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X-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api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F29EB1E-AC53-7334-DF37-DD5AD623CF24}"/>
              </a:ext>
            </a:extLst>
          </p:cNvPr>
          <p:cNvSpPr/>
          <p:nvPr/>
        </p:nvSpPr>
        <p:spPr>
          <a:xfrm>
            <a:off x="8210335" y="3973286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anon-key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E4755BA-50E5-8334-D1A3-EF52473F0C28}"/>
              </a:ext>
            </a:extLst>
          </p:cNvPr>
          <p:cNvSpPr/>
          <p:nvPr/>
        </p:nvSpPr>
        <p:spPr>
          <a:xfrm>
            <a:off x="8210335" y="3682900"/>
            <a:ext cx="1167307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X-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api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6AFA5385-794A-6719-2181-0F8688DB294E}"/>
              </a:ext>
            </a:extLst>
          </p:cNvPr>
          <p:cNvSpPr/>
          <p:nvPr/>
        </p:nvSpPr>
        <p:spPr>
          <a:xfrm>
            <a:off x="3229539" y="3616200"/>
            <a:ext cx="1069089" cy="7463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Give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keys</a:t>
            </a:r>
            <a:r>
              <a:rPr lang="de-DE" sz="800" dirty="0">
                <a:solidFill>
                  <a:schemeClr val="tx1"/>
                </a:solidFill>
              </a:rPr>
              <a:t> on </a:t>
            </a:r>
            <a:r>
              <a:rPr lang="de-DE" sz="800" dirty="0" err="1">
                <a:solidFill>
                  <a:schemeClr val="tx1"/>
                </a:solidFill>
              </a:rPr>
              <a:t>startup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56E19A8F-26CA-0EAA-3E8B-C15C5FB124AE}"/>
              </a:ext>
            </a:extLst>
          </p:cNvPr>
          <p:cNvSpPr/>
          <p:nvPr/>
        </p:nvSpPr>
        <p:spPr>
          <a:xfrm>
            <a:off x="4874214" y="3165188"/>
            <a:ext cx="1069089" cy="7463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Keys </a:t>
            </a:r>
            <a:r>
              <a:rPr lang="de-DE" sz="800" dirty="0" err="1">
                <a:solidFill>
                  <a:schemeClr val="tx1"/>
                </a:solidFill>
              </a:rPr>
              <a:t>stored</a:t>
            </a:r>
            <a:r>
              <a:rPr lang="de-DE" sz="800" dirty="0">
                <a:solidFill>
                  <a:schemeClr val="tx1"/>
                </a:solidFill>
              </a:rPr>
              <a:t> in </a:t>
            </a:r>
            <a:r>
              <a:rPr lang="de-DE" sz="800" dirty="0" err="1">
                <a:solidFill>
                  <a:schemeClr val="tx1"/>
                </a:solidFill>
              </a:rPr>
              <a:t>secrets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storage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A8BB5B1-D69E-0B28-97E5-406D6B932FA6}"/>
              </a:ext>
            </a:extLst>
          </p:cNvPr>
          <p:cNvSpPr/>
          <p:nvPr/>
        </p:nvSpPr>
        <p:spPr>
          <a:xfrm>
            <a:off x="8019490" y="4242226"/>
            <a:ext cx="1358152" cy="7463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Give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keys</a:t>
            </a:r>
            <a:r>
              <a:rPr lang="de-DE" sz="800" dirty="0">
                <a:solidFill>
                  <a:schemeClr val="tx1"/>
                </a:solidFill>
              </a:rPr>
              <a:t> on </a:t>
            </a:r>
            <a:r>
              <a:rPr lang="de-DE" sz="800" dirty="0" err="1">
                <a:solidFill>
                  <a:schemeClr val="tx1"/>
                </a:solidFill>
              </a:rPr>
              <a:t>first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startup</a:t>
            </a:r>
            <a:r>
              <a:rPr lang="de-DE" sz="800" dirty="0">
                <a:solidFill>
                  <a:schemeClr val="tx1"/>
                </a:solidFill>
              </a:rPr>
              <a:t>, </a:t>
            </a:r>
            <a:r>
              <a:rPr lang="de-DE" sz="800" dirty="0" err="1">
                <a:solidFill>
                  <a:schemeClr val="tx1"/>
                </a:solidFill>
              </a:rPr>
              <a:t>then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stored</a:t>
            </a:r>
            <a:r>
              <a:rPr lang="de-DE" sz="800" dirty="0">
                <a:solidFill>
                  <a:schemeClr val="tx1"/>
                </a:solidFill>
              </a:rPr>
              <a:t> in internal </a:t>
            </a:r>
            <a:r>
              <a:rPr lang="de-DE" sz="800" dirty="0" err="1">
                <a:solidFill>
                  <a:schemeClr val="tx1"/>
                </a:solidFill>
              </a:rPr>
              <a:t>memory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66FD883A-4D2C-960B-7E19-2F54F3E8656A}"/>
              </a:ext>
            </a:extLst>
          </p:cNvPr>
          <p:cNvCxnSpPr>
            <a:cxnSpLocks/>
          </p:cNvCxnSpPr>
          <p:nvPr/>
        </p:nvCxnSpPr>
        <p:spPr>
          <a:xfrm>
            <a:off x="5525621" y="2245659"/>
            <a:ext cx="1354230" cy="2232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A0CF01A-226F-AD0C-502C-43CB4156A1C3}"/>
              </a:ext>
            </a:extLst>
          </p:cNvPr>
          <p:cNvCxnSpPr>
            <a:cxnSpLocks/>
          </p:cNvCxnSpPr>
          <p:nvPr/>
        </p:nvCxnSpPr>
        <p:spPr>
          <a:xfrm>
            <a:off x="5525621" y="2245659"/>
            <a:ext cx="2029383" cy="1116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8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4DE6-EB93-B7ED-B555-8123169A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EB8BB-4D23-5554-BE77-0FEBBCD2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Stack</a:t>
            </a:r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509B2FA-A4DA-FD43-D762-07C94661B858}"/>
              </a:ext>
            </a:extLst>
          </p:cNvPr>
          <p:cNvSpPr/>
          <p:nvPr/>
        </p:nvSpPr>
        <p:spPr>
          <a:xfrm>
            <a:off x="1405218" y="4861111"/>
            <a:ext cx="1358153" cy="7664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Kiln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Temperature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Display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762A61-AC23-0C1C-5D6F-138C65D7C1B2}"/>
              </a:ext>
            </a:extLst>
          </p:cNvPr>
          <p:cNvSpPr/>
          <p:nvPr/>
        </p:nvSpPr>
        <p:spPr>
          <a:xfrm>
            <a:off x="1405218" y="392654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USB-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Camera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75F7BE-6FE3-6A04-78B2-E66475F6734A}"/>
              </a:ext>
            </a:extLst>
          </p:cNvPr>
          <p:cNvSpPr/>
          <p:nvPr/>
        </p:nvSpPr>
        <p:spPr>
          <a:xfrm>
            <a:off x="1405218" y="2991971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Raspberry-Pi 3B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1C2A7380-106C-FEE2-534B-711B92371469}"/>
              </a:ext>
            </a:extLst>
          </p:cNvPr>
          <p:cNvSpPr/>
          <p:nvPr/>
        </p:nvSpPr>
        <p:spPr>
          <a:xfrm>
            <a:off x="4380378" y="1862417"/>
            <a:ext cx="1145243" cy="766483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Web-Backend (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supabase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80DAE37-5A1E-BADB-A27E-2CE858C92857}"/>
              </a:ext>
            </a:extLst>
          </p:cNvPr>
          <p:cNvSpPr/>
          <p:nvPr/>
        </p:nvSpPr>
        <p:spPr>
          <a:xfrm>
            <a:off x="7555004" y="2978524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18833A9-DE48-26FF-4F09-F47E55A35DFF}"/>
              </a:ext>
            </a:extLst>
          </p:cNvPr>
          <p:cNvSpPr/>
          <p:nvPr/>
        </p:nvSpPr>
        <p:spPr>
          <a:xfrm>
            <a:off x="466166" y="2373405"/>
            <a:ext cx="3240741" cy="389292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0C96D14-AFEE-DC31-FAEB-0BEE791730E9}"/>
              </a:ext>
            </a:extLst>
          </p:cNvPr>
          <p:cNvSpPr txBox="1"/>
          <p:nvPr/>
        </p:nvSpPr>
        <p:spPr>
          <a:xfrm>
            <a:off x="1328997" y="5843039"/>
            <a:ext cx="1488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Kiln </a:t>
            </a:r>
            <a:r>
              <a:rPr lang="de-DE" sz="1400" dirty="0" err="1"/>
              <a:t>local</a:t>
            </a:r>
            <a:r>
              <a:rPr lang="de-DE" sz="1400" dirty="0"/>
              <a:t> </a:t>
            </a:r>
            <a:r>
              <a:rPr lang="de-DE" sz="1400" dirty="0" err="1"/>
              <a:t>system</a:t>
            </a:r>
            <a:endParaRPr lang="en-US" sz="14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E1997B1-335B-38F8-A479-10ED71F85A2A}"/>
              </a:ext>
            </a:extLst>
          </p:cNvPr>
          <p:cNvSpPr/>
          <p:nvPr/>
        </p:nvSpPr>
        <p:spPr>
          <a:xfrm>
            <a:off x="6879851" y="4094630"/>
            <a:ext cx="1358153" cy="7664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Mobile-App Frontend (Android)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7CDD27FD-8D5E-E1A8-F0DC-E577ED1CA05E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2084295" y="469302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ECD025F-5F12-89B6-DC7F-FECF14C0EAFD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2084295" y="3758454"/>
            <a:ext cx="0" cy="16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7E766D19-598B-E4AE-A2BD-6A774AF096FE}"/>
              </a:ext>
            </a:extLst>
          </p:cNvPr>
          <p:cNvSpPr/>
          <p:nvPr/>
        </p:nvSpPr>
        <p:spPr>
          <a:xfrm>
            <a:off x="8137711" y="5688106"/>
            <a:ext cx="1358153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Electric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1D70FEC-6A28-F1E3-E99D-536A31B19059}"/>
              </a:ext>
            </a:extLst>
          </p:cNvPr>
          <p:cNvSpPr/>
          <p:nvPr/>
        </p:nvSpPr>
        <p:spPr>
          <a:xfrm>
            <a:off x="8137711" y="5983480"/>
            <a:ext cx="1358153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device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78A6286-D2A2-7205-B6E0-D70AD1DF17A6}"/>
              </a:ext>
            </a:extLst>
          </p:cNvPr>
          <p:cNvSpPr/>
          <p:nvPr/>
        </p:nvSpPr>
        <p:spPr>
          <a:xfrm>
            <a:off x="8137711" y="6264273"/>
            <a:ext cx="1358153" cy="228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Server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3A44F11-F4B4-94BD-F206-3026388A661A}"/>
              </a:ext>
            </a:extLst>
          </p:cNvPr>
          <p:cNvSpPr txBox="1"/>
          <p:nvPr/>
        </p:nvSpPr>
        <p:spPr>
          <a:xfrm>
            <a:off x="2172504" y="4653957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Photons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0DBFB08-71A2-A9B5-8C97-36DB599E9E6D}"/>
              </a:ext>
            </a:extLst>
          </p:cNvPr>
          <p:cNvSpPr txBox="1"/>
          <p:nvPr/>
        </p:nvSpPr>
        <p:spPr>
          <a:xfrm>
            <a:off x="2172504" y="3719386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Digital </a:t>
            </a:r>
            <a:r>
              <a:rPr lang="de-DE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picture</a:t>
            </a:r>
            <a:r>
              <a:rPr lang="de-DE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stream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5" name="Grafik 44" descr="Zusammendrücken Vergrößern mit einfarbiger Füllung">
            <a:extLst>
              <a:ext uri="{FF2B5EF4-FFF2-40B4-BE49-F238E27FC236}">
                <a16:creationId xmlns:a16="http://schemas.microsoft.com/office/drawing/2014/main" id="{94114AFD-9E11-F332-2536-130F4E677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124" y="4528934"/>
            <a:ext cx="593912" cy="593912"/>
          </a:xfrm>
          <a:prstGeom prst="rect">
            <a:avLst/>
          </a:prstGeom>
        </p:spPr>
      </p:pic>
      <p:pic>
        <p:nvPicPr>
          <p:cNvPr id="46" name="Grafik 45" descr="Zusammendrücken Vergrößern mit einfarbiger Füllung">
            <a:extLst>
              <a:ext uri="{FF2B5EF4-FFF2-40B4-BE49-F238E27FC236}">
                <a16:creationId xmlns:a16="http://schemas.microsoft.com/office/drawing/2014/main" id="{9D5D3B13-1F07-9866-9B6A-5370FF09C4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1051" y="3429000"/>
            <a:ext cx="593912" cy="593912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8E941C5-37F1-4CB8-F4B6-BDFAFA808C76}"/>
              </a:ext>
            </a:extLst>
          </p:cNvPr>
          <p:cNvSpPr/>
          <p:nvPr/>
        </p:nvSpPr>
        <p:spPr>
          <a:xfrm>
            <a:off x="4125794" y="1129552"/>
            <a:ext cx="1654409" cy="76648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Supabase</a:t>
            </a:r>
            <a:r>
              <a:rPr lang="de-DE" sz="1200" dirty="0"/>
              <a:t> </a:t>
            </a:r>
            <a:r>
              <a:rPr lang="de-DE" sz="1200" dirty="0" err="1"/>
              <a:t>free</a:t>
            </a:r>
            <a:r>
              <a:rPr lang="de-DE" sz="1200" dirty="0"/>
              <a:t> plan: SQL and </a:t>
            </a:r>
            <a:r>
              <a:rPr lang="de-DE" sz="1200" dirty="0" err="1"/>
              <a:t>TypeScript</a:t>
            </a:r>
            <a:endParaRPr lang="en-US" sz="120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7650C66-2104-9B23-D886-906DFA46B01B}"/>
              </a:ext>
            </a:extLst>
          </p:cNvPr>
          <p:cNvSpPr/>
          <p:nvPr/>
        </p:nvSpPr>
        <p:spPr>
          <a:xfrm>
            <a:off x="564358" y="2701039"/>
            <a:ext cx="1448639" cy="5549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Nat. Python</a:t>
            </a:r>
          </a:p>
          <a:p>
            <a:pPr algn="ctr"/>
            <a:r>
              <a:rPr lang="de-DE" sz="1200" dirty="0"/>
              <a:t>Push </a:t>
            </a:r>
            <a:r>
              <a:rPr lang="de-DE" sz="1200" dirty="0" err="1"/>
              <a:t>only</a:t>
            </a:r>
            <a:endParaRPr lang="en-US" sz="1200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CB55696-F46E-D1C9-64C3-B8E0CD0A85DC}"/>
              </a:ext>
            </a:extLst>
          </p:cNvPr>
          <p:cNvSpPr/>
          <p:nvPr/>
        </p:nvSpPr>
        <p:spPr>
          <a:xfrm>
            <a:off x="6830684" y="3620354"/>
            <a:ext cx="1448639" cy="5549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Java-</a:t>
            </a:r>
            <a:r>
              <a:rPr lang="de-DE" sz="1200" dirty="0" err="1"/>
              <a:t>based</a:t>
            </a:r>
            <a:r>
              <a:rPr lang="de-DE" sz="1200" dirty="0"/>
              <a:t> Android App</a:t>
            </a:r>
            <a:endParaRPr lang="en-US" sz="12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0A9924C-FF19-0A50-E10D-5F793158E008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084295" y="2245659"/>
            <a:ext cx="2296083" cy="74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1AF0737-FA0B-D1D9-6AAE-42B23E00189A}"/>
              </a:ext>
            </a:extLst>
          </p:cNvPr>
          <p:cNvCxnSpPr>
            <a:cxnSpLocks/>
            <a:stCxn id="7" idx="4"/>
            <a:endCxn id="15" idx="1"/>
          </p:cNvCxnSpPr>
          <p:nvPr/>
        </p:nvCxnSpPr>
        <p:spPr>
          <a:xfrm>
            <a:off x="5525621" y="2245659"/>
            <a:ext cx="1354230" cy="2232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4B8B321-9C2A-B1FD-BE87-427DD149690F}"/>
              </a:ext>
            </a:extLst>
          </p:cNvPr>
          <p:cNvCxnSpPr>
            <a:cxnSpLocks/>
            <a:stCxn id="7" idx="4"/>
            <a:endCxn id="8" idx="1"/>
          </p:cNvCxnSpPr>
          <p:nvPr/>
        </p:nvCxnSpPr>
        <p:spPr>
          <a:xfrm>
            <a:off x="5525621" y="2245659"/>
            <a:ext cx="2029383" cy="1116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234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176</Words>
  <Application>Microsoft Office PowerPoint</Application>
  <PresentationFormat>A4-Papier (210 x 297 mm)</PresentationFormat>
  <Paragraphs>58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Roboto</vt:lpstr>
      <vt:lpstr>Office</vt:lpstr>
      <vt:lpstr>MyKilnBuddy</vt:lpstr>
      <vt:lpstr>System Architecture</vt:lpstr>
      <vt:lpstr>Security Architecture</vt:lpstr>
      <vt:lpstr>System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Ruchti</dc:creator>
  <cp:lastModifiedBy>Martin Ruchti</cp:lastModifiedBy>
  <cp:revision>33</cp:revision>
  <dcterms:created xsi:type="dcterms:W3CDTF">2026-03-15T15:25:13Z</dcterms:created>
  <dcterms:modified xsi:type="dcterms:W3CDTF">2026-03-31T13:38:01Z</dcterms:modified>
</cp:coreProperties>
</file>